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dc22519c714630" /><Relationship Type="http://schemas.openxmlformats.org/officeDocument/2006/relationships/extended-properties" Target="/docProps/app.xml" Id="R00f051e1584547b2" /><Relationship Type="http://schemas.openxmlformats.org/officeDocument/2006/relationships/officeDocument" Target="/ppt/presentation.xml" Id="R9c9107d50e3543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c7971303424712"/>
  </p:sldMasterIdLst>
  <p:notesMasterIdLst>
    <p:notesMasterId xmlns:r="http://schemas.openxmlformats.org/officeDocument/2006/relationships" r:id="R41e40baf559f45f7"/>
  </p:notesMasterIdLst>
  <p:sldIdLst>
    <p:sldId xmlns:r="http://schemas.openxmlformats.org/officeDocument/2006/relationships" id="256" r:id="R474c78274d7e4747"/>
    <p:sldId xmlns:r="http://schemas.openxmlformats.org/officeDocument/2006/relationships" id="257" r:id="R14a411096df34cf7"/>
    <p:sldId xmlns:r="http://schemas.openxmlformats.org/officeDocument/2006/relationships" id="258" r:id="R9241254a84b84446"/>
    <p:sldId xmlns:r="http://schemas.openxmlformats.org/officeDocument/2006/relationships" id="259" r:id="Re53ad58303844f92"/>
    <p:sldId xmlns:r="http://schemas.openxmlformats.org/officeDocument/2006/relationships" id="260" r:id="Rd58982c44b5d477c"/>
    <p:sldId xmlns:r="http://schemas.openxmlformats.org/officeDocument/2006/relationships" id="261" r:id="R7eeea765737845d0"/>
    <p:sldId xmlns:r="http://schemas.openxmlformats.org/officeDocument/2006/relationships" id="262" r:id="R729b8ca3d0c94fa3"/>
    <p:sldId xmlns:r="http://schemas.openxmlformats.org/officeDocument/2006/relationships" id="263" r:id="Ra2dd1424c9e144f0"/>
    <p:sldId xmlns:r="http://schemas.openxmlformats.org/officeDocument/2006/relationships" id="264" r:id="R20db887e1e364857"/>
    <p:sldId xmlns:r="http://schemas.openxmlformats.org/officeDocument/2006/relationships" id="265" r:id="R438026671dd747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ffba5f45534b41" /><Relationship Type="http://schemas.openxmlformats.org/officeDocument/2006/relationships/slideMaster" Target="/ppt/slideMasters/slideMaster1.xml" Id="R85c7971303424712" /><Relationship Type="http://schemas.openxmlformats.org/officeDocument/2006/relationships/notesMaster" Target="/ppt/notesMasters/notesMaster1.xml" Id="R41e40baf559f45f7" /><Relationship Type="http://schemas.openxmlformats.org/officeDocument/2006/relationships/presProps" Target="/ppt/presProps.xml" Id="R387b5301b98a4055" /><Relationship Type="http://schemas.openxmlformats.org/officeDocument/2006/relationships/tableStyles" Target="/ppt/tableStyles.xml" Id="R448bae3eba8f4bcd" /><Relationship Type="http://schemas.openxmlformats.org/officeDocument/2006/relationships/slide" Target="/ppt/slides/slide1.xml" Id="R474c78274d7e4747" /><Relationship Type="http://schemas.openxmlformats.org/officeDocument/2006/relationships/slide" Target="/ppt/slides/slide2.xml" Id="R14a411096df34cf7" /><Relationship Type="http://schemas.openxmlformats.org/officeDocument/2006/relationships/slide" Target="/ppt/slides/slide3.xml" Id="R9241254a84b84446" /><Relationship Type="http://schemas.openxmlformats.org/officeDocument/2006/relationships/slide" Target="/ppt/slides/slide4.xml" Id="Re53ad58303844f92" /><Relationship Type="http://schemas.openxmlformats.org/officeDocument/2006/relationships/slide" Target="/ppt/slides/slide5.xml" Id="Rd58982c44b5d477c" /><Relationship Type="http://schemas.openxmlformats.org/officeDocument/2006/relationships/slide" Target="/ppt/slides/slide6.xml" Id="R7eeea765737845d0" /><Relationship Type="http://schemas.openxmlformats.org/officeDocument/2006/relationships/slide" Target="/ppt/slides/slide7.xml" Id="R729b8ca3d0c94fa3" /><Relationship Type="http://schemas.openxmlformats.org/officeDocument/2006/relationships/slide" Target="/ppt/slides/slide8.xml" Id="Ra2dd1424c9e144f0" /><Relationship Type="http://schemas.openxmlformats.org/officeDocument/2006/relationships/slide" Target="/ppt/slides/slide9.xml" Id="R20db887e1e364857" /><Relationship Type="http://schemas.openxmlformats.org/officeDocument/2006/relationships/slide" Target="/ppt/slides/slide10.xml" Id="R438026671dd7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f8922f0294c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ba3cab6bcf4648" /><Relationship Type="http://schemas.openxmlformats.org/officeDocument/2006/relationships/notesMaster" Target="/ppt/notesMasters/notesMaster1.xml" Id="R54ba7443005641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2447509cc54109" /><Relationship Type="http://schemas.openxmlformats.org/officeDocument/2006/relationships/notesMaster" Target="/ppt/notesMasters/notesMaster1.xml" Id="R11953c650bdf42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a238fe3ab6413a" /><Relationship Type="http://schemas.openxmlformats.org/officeDocument/2006/relationships/notesMaster" Target="/ppt/notesMasters/notesMaster1.xml" Id="R6597d191def94a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77b3e6f2a64e0e" /><Relationship Type="http://schemas.openxmlformats.org/officeDocument/2006/relationships/notesMaster" Target="/ppt/notesMasters/notesMaster1.xml" Id="Rc251adef67ee47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1aceb0f86e4eed" /><Relationship Type="http://schemas.openxmlformats.org/officeDocument/2006/relationships/notesMaster" Target="/ppt/notesMasters/notesMaster1.xml" Id="R9cc529a5d48248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fac75df2fd44d1" /><Relationship Type="http://schemas.openxmlformats.org/officeDocument/2006/relationships/notesMaster" Target="/ppt/notesMasters/notesMaster1.xml" Id="Rf273e9fd65d343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d6b1b3d5f04449" /><Relationship Type="http://schemas.openxmlformats.org/officeDocument/2006/relationships/notesMaster" Target="/ppt/notesMasters/notesMaster1.xml" Id="Rff136cda2e7643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de423c86ce425b" /><Relationship Type="http://schemas.openxmlformats.org/officeDocument/2006/relationships/notesMaster" Target="/ppt/notesMasters/notesMaster1.xml" Id="R87ddf57512db42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2c596a76a3430f" /><Relationship Type="http://schemas.openxmlformats.org/officeDocument/2006/relationships/notesMaster" Target="/ppt/notesMasters/notesMaster1.xml" Id="Rb75f406db29847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ecf4e840444a03" /><Relationship Type="http://schemas.openxmlformats.org/officeDocument/2006/relationships/notesMaster" Target="/ppt/notesMasters/notesMaster1.xml" Id="Rf7ce45a1d7614c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LifeFlow as an educational desktop simulation. State clearly that it demonstrates software design and is not a clinical blood-matching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value comes from connecting decisions rather than building four unrelated CRUD screens. Link the project context to SDG 3 without presenting the software as a real medical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four objectives. Emphasize that the eligibility thresholds are simplified educational rules derived from Malaysian public-health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https://jknjohor.moh.gov.my/hsi/syarat-syarat-penderma-darah-yang-layak-2/</a:t>
            </a:r>
          </a:p>
          <a:p xmlns:a="http://schemas.openxmlformats.org/drawingml/2006/main">
            <a:r>
              <a:t>- https://jknsabah.moh.gov.my/hwkks/en/?id=178&amp;option=com_sppagebuilder&amp;view=page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demo map. Show how a user moves from Donors to Inventory to Requests and finally Matching.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no framework, database, or design-pattern layer is added. Each package has one clear responsibility, which keeps the code understandable for a course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BloodRequest reference in the code and point out that the matching service does not need instanceof checks to calculate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emergency request being selected before the regular request. Clarify that exact-type matching is deliberately conservative and simplified; a real transfusion requires clinical compatibility testing and crossmatching.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https://portal.appshtaa.moh.gov.my/images/ProfilJabatan/Transfusi/handbook.pdf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one saved row during the demo. Explain why pipe-delimited text was selected: it satisfies File I/O while remaining easy to inspect and explain.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java -ea -cp out lifeflow.AllTests and show the single clean result: All tests passed. Then mention one boundary and one atomicity test as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directly into the live demonstration. End by restating the three learning outcomes: clear OOP, meaningful simulation logic, and persistent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8c24b72ea4d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93363a39ac42fa" /><Relationship Type="http://schemas.openxmlformats.org/officeDocument/2006/relationships/slideLayout" Target="/ppt/slideLayouts/slideLayout1.xml" Id="Rc0ef8f68268a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f8f68268a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397d753404e09" /><Relationship Type="http://schemas.openxmlformats.org/officeDocument/2006/relationships/notesSlide" Target="/ppt/notesSlides/notesSlide1.xml" Id="Rb412e70674b34c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ee6dd46884af3" /><Relationship Type="http://schemas.openxmlformats.org/officeDocument/2006/relationships/notesSlide" Target="/ppt/notesSlides/notesSlide2.xml" Id="R448493b36bce41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f601e03054c15" /><Relationship Type="http://schemas.openxmlformats.org/officeDocument/2006/relationships/notesSlide" Target="/ppt/notesSlides/notesSlide3.xml" Id="R8a30b6dcae2c4c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3a8c1cdc849c5" /><Relationship Type="http://schemas.openxmlformats.org/officeDocument/2006/relationships/notesSlide" Target="/ppt/notesSlides/notesSlide4.xml" Id="Rc003bb8d7937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b8d85ab464c01" /><Relationship Type="http://schemas.openxmlformats.org/officeDocument/2006/relationships/notesSlide" Target="/ppt/notesSlides/notesSlide5.xml" Id="R7b5465f62faf42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b875276ba4235" /><Relationship Type="http://schemas.openxmlformats.org/officeDocument/2006/relationships/notesSlide" Target="/ppt/notesSlides/notesSlide6.xml" Id="Rb9878335eb8144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c1a51d9664c01" /><Relationship Type="http://schemas.openxmlformats.org/officeDocument/2006/relationships/notesSlide" Target="/ppt/notesSlides/notesSlide7.xml" Id="R1eefdea733834b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05056729249c9" /><Relationship Type="http://schemas.openxmlformats.org/officeDocument/2006/relationships/notesSlide" Target="/ppt/notesSlides/notesSlide8.xml" Id="R431fc395a1da42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89e0c75794e2d" /><Relationship Type="http://schemas.openxmlformats.org/officeDocument/2006/relationships/notesSlide" Target="/ppt/notesSlides/notesSlide9.xml" Id="Rc9a5ae355a864b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83dfed78343ae" /><Relationship Type="http://schemas.openxmlformats.org/officeDocument/2006/relationships/notesSlide" Target="/ppt/notesSlides/notesSlide10.xml" Id="R9f62a02e316641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C16163A-E98B-4251-B7E6-07721E51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LifeFlow
Blood Matching Simulation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D926490-DC12-483A-A178-0CD75EC9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Java Swing • OOP • File I/O • Emergency-first matching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8EA7B22-0B08-4BB6-A914-208AC508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JAVA OOP PROJECT • SDG 3</a:t>
            </a:r>
          </a:p>
        </p:txBody>
      </p:sp>
    </p:spTree>
    <p:extLst>
      <p:ext uri="{BB962C8B-B14F-4D97-AF65-F5344CB8AC3E}">
        <p14:creationId xmlns:p14="http://schemas.microsoft.com/office/powerpoint/2010/main" val="13363380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9B7E0D19-DB1A-4133-95B8-25E07043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A small but meaningful simulation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Blood donation scenarios involve several connected decisions: donor eligibility, unit validity, request priority, and stock availability.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Treating each part as an isolated record misses the real workflow and gives weak evidence of OOP.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LifeFlow joins the steps into one repeatable simulation that can be demonstrated live.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F2A2D555-DB2D-456D-83EA-394C35B5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6408440D-80DF-41CB-8A1E-B528013D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problem LifeFlow addresses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C6FC588E-E3F5-4FAF-A218-C01A3CFA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The intended outcome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Register donors and blood units, queue regular and emergency requests, then process the highest-priority request safely.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Persist every successful operation so the next session continues from the same state.</a:t>
            </a:r>
          </a:p>
        </p:txBody>
      </p:sp>
    </p:spTree>
    <p:extLst>
      <p:ext uri="{BB962C8B-B14F-4D97-AF65-F5344CB8AC3E}">
        <p14:creationId xmlns:p14="http://schemas.microsoft.com/office/powerpoint/2010/main" val="810458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B2079D8-1330-4A98-89C1-F5481F4C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B75F521-0DDC-441A-AD50-FCD7EECE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Four objectives define the system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A55D0FE-8E7A-4285-9F2A-92023D66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01  Eligibility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Check age, weight, donation interval, and future dates before accepting a new unit.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98394F6-17C3-416E-9427-6AA28AF8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02  Inventory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Track every unit by type, expiry, and AVAILABLE or USED status.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0B397FA-20AF-451F-BE3E-0565F675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03  Priority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Process emergency requests first, then the oldest request at equal priority.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555053F-1848-4655-BFF9-2C81A92C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04  Persistence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Save donors, units, and polymorphic requests in clear pipe-delimited files.</a:t>
            </a:r>
          </a:p>
        </p:txBody>
      </p:sp>
    </p:spTree>
    <p:extLst>
      <p:ext uri="{BB962C8B-B14F-4D97-AF65-F5344CB8AC3E}">
        <p14:creationId xmlns:p14="http://schemas.microsoft.com/office/powerpoint/2010/main" val="14621435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10FAB9B-09AB-4AAB-821B-9333224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F79BFD2-832C-4E53-8DE3-B22D7775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workflow connects all four tabs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DCFC57E-A677-457F-9333-C7CD624C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6D1140C-5A5C-4C35-ADF3-8DA7B95F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623BC45-CD61-4431-B4BE-794D5A9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7CF8D6E-2CBA-4032-8883-D468A0B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REGISTER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7557603-5D12-405C-9F34-55530334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PRIORITIZE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0C0D8A0-53D4-4159-91E9-F636AC28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MATCH &amp; SAVE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9921C23-57E7-40C6-B68E-C6119CBB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Queued requests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Store both request subclasses in ArrayList&lt;BloodRequest&gt;.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A7071CD-DB9A-44D8-824A-DC53DEC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Donors + units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Validate the donor, create a blood unit, and refresh the inventory summary.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E021720-6F0B-41D1-A77C-9F716234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Atomic result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matching units only when the full quantity is available, then persist.</a:t>
            </a:r>
          </a:p>
        </p:txBody>
      </p:sp>
    </p:spTree>
    <p:extLst>
      <p:ext uri="{BB962C8B-B14F-4D97-AF65-F5344CB8AC3E}">
        <p14:creationId xmlns:p14="http://schemas.microsoft.com/office/powerpoint/2010/main" val="18644299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5986B07-86B7-4450-9054-A8CC3EC4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1AE3B9A-74CF-46C6-9E09-1DE95865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architecture stays intentionally simple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537BAA4-CD43-4EAC-8875-B03BE32C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Presentation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LifeFlowFrame
Four Swing tabs
JOptionPane validation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71B3AD5B-4E52-4E68-81A0-6F153FA5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Persistence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FileManager
Three text files
Clear line-level errors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68C6722F-5A77-4EF5-9F80-FA6BDB04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Domain + services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Donor and BloodUnit
Request hierarchy
Inventory + matching</a:t>
            </a:r>
          </a:p>
        </p:txBody>
      </p:sp>
    </p:spTree>
    <p:extLst>
      <p:ext uri="{BB962C8B-B14F-4D97-AF65-F5344CB8AC3E}">
        <p14:creationId xmlns:p14="http://schemas.microsoft.com/office/powerpoint/2010/main" val="3708734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7513D11-D520-4B82-B116-3ED9D8B9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A6EC82E-64BB-4058-93DE-29683401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OOP concepts are visible in real behavior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E170359C-74A3-4053-9532-D99E97FC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6AC6E27-87FA-44D5-9C7A-7D212D3A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Abstraction + Inheritance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FDA8DD58-84CD-450B-8E4B-81145B5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Private fields preserve encapsulation.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Shared request data lives once in the parent.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Subclasses supply only distinct behavior.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51ECC5CC-CCEF-49E6-A657-FEAC8A6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88F4DBE3-D36F-484B-B136-78A57AC8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Runtime Polymorphism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D9AA0D2-D908-4D32-A843-42B284B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Requests share one ArrayList&lt;BloodRequest&gt;.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Matching calls getPriority() through the parent.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actual subclass decides the result at runtime.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1DF1229-C634-465B-AB16-BDE7DBEA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The request hierarchy is the main OOP example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BloodRequest holds shared state and declares getPriority() as an abstract operation.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RegularRequest and EmergencyRequest override that operation with different priorities.</a:t>
            </a:r>
          </a:p>
        </p:txBody>
      </p:sp>
    </p:spTree>
    <p:extLst>
      <p:ext uri="{BB962C8B-B14F-4D97-AF65-F5344CB8AC3E}">
        <p14:creationId xmlns:p14="http://schemas.microsoft.com/office/powerpoint/2010/main" val="3384352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E77BD2DF-97E4-4063-BF01-E519A537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Selection policy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1. Ignore fulfilled requests.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2. Choose the highest getPriority() value.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3. At equal priority, choose the oldest request date.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6EDDA364-7A13-489C-A77B-52D5071D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ADC941C0-F85C-44D9-9DE1-48FE6285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Matching is priority-aware and atomic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B0CE959E-BD9C-4339-A5B5-B2CB34AC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Fulfillment policy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Use only AVAILABLE, unexpired units with exactly the same ABO and Rh type.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If the full quantity is unavailable, change nothing. No partial fulfillment is allowed.</a:t>
            </a:r>
          </a:p>
        </p:txBody>
      </p:sp>
    </p:spTree>
    <p:extLst>
      <p:ext uri="{BB962C8B-B14F-4D97-AF65-F5344CB8AC3E}">
        <p14:creationId xmlns:p14="http://schemas.microsoft.com/office/powerpoint/2010/main" val="5625431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84C1760-E2EB-47C2-89B9-3AE723F7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7626AFFB-F592-4942-9740-64A1A932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Persistence is readable and recoverable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18E9E92-DE55-4443-8FDA-F9F7FE95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donors.txt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Identity, eligibility data, blood type, and optional last donation date.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2349004-C7E5-49C1-88B3-32392E50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blood_units.txt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Donor link, donation and expiry dates, type, and unit status.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A0E5865-3CBD-48E0-BF9E-44C4394A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requests.txt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Kind field restores the correct RegularRequest or EmergencyRequest subclass.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79B2859-7A65-4420-831A-9AA9411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Safe loading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Missing files mean empty data; malformed rows report the exact line and stop startup.</a:t>
            </a:r>
          </a:p>
        </p:txBody>
      </p:sp>
    </p:spTree>
    <p:extLst>
      <p:ext uri="{BB962C8B-B14F-4D97-AF65-F5344CB8AC3E}">
        <p14:creationId xmlns:p14="http://schemas.microsoft.com/office/powerpoint/2010/main" val="19389433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AAB6BFE-898C-403D-9D2F-75C9709C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3FC00FDD-603C-4495-A880-64591EA4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62F9595-E598-4A91-B562-B0D4FD70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C53238A-606A-4942-BC38-74D44299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12595828-3042-48CA-835A-10BEEF77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Tests verify boundaries and state changes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9F2B298-8F97-4F60-A36E-FBB878F4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Assertions passing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A417D00-F1F6-4A2A-A5B8-8EBB2B60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Failed matches mutate nothing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A0F8389-1622-4125-96C6-C0260FC3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 boundaries tested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0A45B02-7D33-4563-9A41-3F40B5E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ALL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6578480-1D2F-4A18-8668-14F6445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17 → 61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EF2BEE7-28FA-4112-9201-30BB4D12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0 PARTIAL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21C807F-6E67-4E97-BDD1-E48EC21A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Automated with plain Java assertions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suite covers donor eligibility, expiry rules, priority ordering, exact-type matching, inventory counts, atomic fulfillment, and file round-trips.</a:t>
            </a:r>
          </a:p>
        </p:txBody>
      </p:sp>
    </p:spTree>
    <p:extLst>
      <p:ext uri="{BB962C8B-B14F-4D97-AF65-F5344CB8AC3E}">
        <p14:creationId xmlns:p14="http://schemas.microsoft.com/office/powerpoint/2010/main" val="19600072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4CABB33-3402-4ABB-AA65-58642108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Ready for the live demo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9C6056C-C14A-4A0E-A703-0B4C3E6C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Register a donor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Create an emergency request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Match, save, restart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5B1128-468B-41ED-B0ED-DCB45063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91C1C"/>
                </a:solidFill>
                <a:latin typeface="Helvetica Neue"/>
                <a:ea typeface="Helvetica Neue"/>
                <a:cs typeface="Helvetica Neue"/>
              </a:rPr>
              <a:t>LIFEFLOW • JAVA SWING</a:t>
            </a:r>
          </a:p>
        </p:txBody>
      </p:sp>
    </p:spTree>
    <p:extLst>
      <p:ext uri="{BB962C8B-B14F-4D97-AF65-F5344CB8AC3E}">
        <p14:creationId xmlns:p14="http://schemas.microsoft.com/office/powerpoint/2010/main" val="1098036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2026-08-03T15:47:06.4760000Z</dcterms:created>
  <dcterms:modified xsi:type="dcterms:W3CDTF">2026-08-03T15:47:06.4760000Z</dcterms:modified>
</coreProperties>
</file>